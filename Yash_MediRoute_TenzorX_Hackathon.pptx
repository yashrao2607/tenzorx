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₹2.3 Lakh.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That's what a family in Nagpur paid extra for a knee replacement —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because they had no idea what it should actually cost.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MediRoute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CFBF1"/>
                </a:solidFill>
              </a:rPr>
              <a:t>India's First Clinical Intelligence Engine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CFBF1"/>
                </a:solidFill>
              </a:rPr>
              <a:t>for Patients &amp; Healthcare Lenders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TenzorX Hackathon  |  Problem Statement 4B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Indian Families are Flying Blind on Healthcare Costs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060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64008" cy="2697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84632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No Price Transparency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53288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Same surgery costs ₹1.8L at one hospital,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₹4.5L at the next — with zero explanation.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417320"/>
            <a:ext cx="26060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417320"/>
            <a:ext cx="64008" cy="2697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087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9272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Decisions Under Panic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9272" y="253288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Families choose hospitals in crisis mode,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not based on quality or cost data.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26060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417320"/>
            <a:ext cx="64008" cy="2697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087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53912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Lenders Have No Anchor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53912" y="2532888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NBFCs pre-approve health loans blindly.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 procedure-level cost intelligence exists.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427939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13 Crore+ people seek hospitalisation in India every year — with virtually zero cost visibility before admission.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8288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Isn't Information.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the Absence of a Trusted Interpreter.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114800" cy="2880360"/>
          </a:xfrm>
          <a:prstGeom prst="rect">
            <a:avLst/>
          </a:prstGeom>
          <a:solidFill>
            <a:srgbClr val="0E1E35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What Exists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Practo: Ranked by paid listings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43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Sulekha: Ranked by sponsors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644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Hospital websites: Self-reported prices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850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Zero comorbidity adjustment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056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cost breakdown — just a number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874520"/>
            <a:ext cx="4114800" cy="2880360"/>
          </a:xfrm>
          <a:prstGeom prst="rect">
            <a:avLst/>
          </a:prstGeom>
          <a:solidFill>
            <a:srgbClr val="0E1E35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What Patients Actually Need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4231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Symptom → Clinical procedure mapping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843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Transparent, multi-factor hospital ranking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32644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Comorbidity-adjusted cost modeling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6850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Component-level breakdown (surgery, room, meds…)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41056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Confidence scores they can trust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FBF1"/>
                </a:solidFill>
              </a:rPr>
              <a:t>No product today connects: Symptom → Procedure → Hospital → Itemized Cost → Loan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MediRoute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891B2"/>
                </a:solidFill>
              </a:rPr>
              <a:t>A Clinical Decision-Intelligence Engine for Patients &amp; Lenders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5727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9164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Patient Intent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01952" y="2020824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0824" y="1691640"/>
            <a:ext cx="1572768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0824" y="169164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Clinical Mapping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02736" y="2020824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1608" y="1691640"/>
            <a:ext cx="1572768" cy="658368"/>
          </a:xfrm>
          <a:prstGeom prst="rect">
            <a:avLst/>
          </a:prstGeom>
          <a:solidFill>
            <a:srgbClr val="0E4F6B"/>
          </a:solidFill>
          <a:ln w="12700">
            <a:solidFill>
              <a:srgbClr val="0E4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21608" y="169164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Provider Ranking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0" y="2020824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22392" y="1691640"/>
            <a:ext cx="1572768" cy="658368"/>
          </a:xfrm>
          <a:prstGeom prst="rect">
            <a:avLst/>
          </a:prstGeom>
          <a:solidFill>
            <a:srgbClr val="0A3550"/>
          </a:solidFill>
          <a:ln w="12700">
            <a:solidFill>
              <a:srgbClr val="0A35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22392" y="169164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Cost Estimation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04304" y="2020824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23176" y="1691640"/>
            <a:ext cx="1572768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3176" y="1691640"/>
            <a:ext cx="1572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Loan Bridge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4114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42032"/>
            <a:ext cx="64008" cy="2377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334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For Patients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309067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Type any symptom in plain Hindi or English. Get the right procedure, the right hospital, the real cost — with confidence scores that tell you HOW sure the system is.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542032"/>
            <a:ext cx="4114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542032"/>
            <a:ext cx="64008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6334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For NBFC Lenders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83480" y="309067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Every loan application comes with a procedure-level cost anchor. Pre-approve with confidence. Reduce NPA risk from healthcare loan under/over-financing.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Symptom to Loan in 30 Seconds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" y="1792224"/>
            <a:ext cx="0" cy="192024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280160"/>
            <a:ext cx="7772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Describe Your Condition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User types: "chest pain while climbing stairs"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System asks: city, age, any diabetes/BP?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9788" y="2505456"/>
            <a:ext cx="0" cy="192024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993392"/>
            <a:ext cx="7772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2039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Clinical Pathway Mapped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LLM + ICD-10 ontology maps to: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Coronary Artery Disease → Likely Angioplasty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52344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9788" y="3218688"/>
            <a:ext cx="0" cy="192024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2706624"/>
            <a:ext cx="7772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27523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Hospital Scorecard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Top 3 hospitals ranked 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Capability × Reputation × Distance × Price Tier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6557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9788" y="3931920"/>
            <a:ext cx="0" cy="192024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3419856"/>
            <a:ext cx="7772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43000" y="34655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Comorbidity-Adjusted Cost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37124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Diabetic? +31% ICU cost.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All items shown: surgery, room, meds, contingency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7880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" y="4133088"/>
            <a:ext cx="7772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43000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Loan Pre-Check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44256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One click → Loan amount = cost midpoint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NBFC gets cost-anchored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Features, Each Solving a Real Pain Point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🗣  Intent-to-Pathway Engine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NLP maps plain language symptoms to ICD-10 clinical procedures using LLM + ontology lookup.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35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🧬  Comorbidity Adjuster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Toggle diabetes, hypertension, age → watch costs update live with evidence-based multipliers.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325880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35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🏥  Transparent Provider Scorecard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8288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4-axis hospital ranking: Capability, Reputation, Distance, Affordability. Logic is visible.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📊  Component Cost Breakdown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4290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Surgery + surgeon + room + diagnostics + medications + complication contingency — all itemized.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26080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🎯  Confidence-Aware Output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0" y="34290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Every estimate includes a 0–1 confidence score with plain-language uncertainty explanation.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26080"/>
            <a:ext cx="64008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35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💳  Loan Bridge Integration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34290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One-click loan application with cost pre-filled. NBFC gets a procedure-level anchored request.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Ravi — His Father Needs a Knee Replacement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891B2"/>
                </a:solidFill>
              </a:rPr>
              <a:t>Ravi types: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20240" y="13807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"My 65-year-old father has severe knee pain. We are in Nagpur. Budget around ₹3L."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214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891B2"/>
                </a:solidFill>
              </a:rPr>
              <a:t>MediRoute says: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20240" y="20848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Likely: Total Knee Replacement. Confirming? → Yes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34056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8254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891B2"/>
                </a:solidFill>
              </a:rPr>
              <a:t>System asks: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2788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Does your father have diabetes or hypertension? → Diabetes: Yes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8412480" cy="621792"/>
          </a:xfrm>
          <a:prstGeom prst="rect">
            <a:avLst/>
          </a:prstGeom>
          <a:solidFill>
            <a:srgbClr val="CCFBF1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5295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891B2"/>
                </a:solidFill>
              </a:rPr>
              <a:t>Output delivered: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34930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3 hospitals ranked. Cost range: ₹2.8L–₹3.6L (diabetic-adjusted).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Itemized breakdown. Confidence: 0.71.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42232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2336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891B2"/>
                </a:solidFill>
              </a:rPr>
              <a:t>Ravi clicks: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20240" y="419709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"Apply for Healthcare Loan" → Loan form auto-fills ₹3.2L.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NBFC approves in principle within minutes.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6459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Stack — Hackathon-Feasible, Production-Ready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11680" cy="3474720"/>
          </a:xfrm>
          <a:prstGeom prst="rect">
            <a:avLst/>
          </a:prstGeom>
          <a:solidFill>
            <a:srgbClr val="0E1E35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0116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React.js SPA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Tailwind CSS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Real-time comorbidity toggle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50592" y="1325880"/>
            <a:ext cx="2011680" cy="3474720"/>
          </a:xfrm>
          <a:prstGeom prst="rect">
            <a:avLst/>
          </a:prstGeom>
          <a:solidFill>
            <a:srgbClr val="0E1E35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325880"/>
            <a:ext cx="2011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/ NLP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7752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Claude API (Anthropic)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87752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ICD-10 ontology lookup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87752" y="2880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LLM-driven procedure mapping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26864" y="1325880"/>
            <a:ext cx="2011680" cy="3474720"/>
          </a:xfrm>
          <a:prstGeom prst="rect">
            <a:avLst/>
          </a:prstGeom>
          <a:solidFill>
            <a:srgbClr val="0E1E35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325880"/>
            <a:ext cx="201168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4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FastAPI (Python)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64024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4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Cost rule engine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64024" y="2880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49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Comorbidity multiplier logic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03136" y="1325880"/>
            <a:ext cx="2011680" cy="3474720"/>
          </a:xfrm>
          <a:prstGeom prst="rect">
            <a:avLst/>
          </a:prstGeom>
          <a:solidFill>
            <a:srgbClr val="0E1E35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325880"/>
            <a:ext cx="201168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Sources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0296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530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Synthetic hospital DB (200 hospitals)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0296" y="2377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530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Public circle rate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40296" y="2880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530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NLP-scored review corpus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892040"/>
            <a:ext cx="85953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92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All layers connected via REST APIs. Deployable on Render / Railway in &lt; 2 hrs. No proprietary data needed.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MediRoute Impossible to Copy in a 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Comorbidity-Adjusted Cost Modeling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0992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Industry first. Diabetic patients pay 25–40% more for the same surgery. We model this explicitly using published clinical adjustment factors. No existing tool does this.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697480" cy="594360"/>
          </a:xfrm>
          <a:prstGeom prst="rect">
            <a:avLst/>
          </a:prstGeom>
          <a:solidFill>
            <a:srgbClr val="CCFBF1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5544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490"/>
                </a:solidFill>
              </a:rPr>
              <a:t>⭐ LIVE DEMO: Toggle 'Diabetic' → costs update in real-time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496312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96312"/>
            <a:ext cx="64008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96312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56946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Confidence-Aware Recommendations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803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Every output includes a 0–1 confidence score with a plain-English explanation of uncertainty. Turns 'responsible AI' from a slide bullet into an actual feature patients can use.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2724912"/>
            <a:ext cx="2697480" cy="594360"/>
          </a:xfrm>
          <a:prstGeom prst="rect">
            <a:avLst/>
          </a:prstGeom>
          <a:solidFill>
            <a:srgbClr val="CCFBF1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7249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490"/>
                </a:solidFill>
              </a:rPr>
              <a:t>⭐ Score 0.72 = 'We're fairly confident, but costs vary ±20% at this hospital tier'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66744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666744"/>
            <a:ext cx="64008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66744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73989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Full Intent-to-Loan Chain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5079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Symptom → Procedure → Hospital → Itemized Cost → Loan Application. No product in India connects all 5. This is the missing infrastructure layer for healthcare lending.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0" y="3895344"/>
            <a:ext cx="2697480" cy="594360"/>
          </a:xfrm>
          <a:prstGeom prst="rect">
            <a:avLst/>
          </a:prstGeom>
          <a:solidFill>
            <a:srgbClr val="CCFBF1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89534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490"/>
                </a:solidFill>
              </a:rPr>
              <a:t>⭐ NBFC receives cost-anchored loan application — not just a vague amount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0" y="16459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8328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REAL-WORLD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 That Matter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65960" cy="2011680"/>
          </a:xfrm>
          <a:prstGeom prst="rect">
            <a:avLst/>
          </a:prstGeom>
          <a:solidFill>
            <a:srgbClr val="0E1E35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13Cr+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hospital admissions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 year in India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1965960" cy="2011680"/>
          </a:xfrm>
          <a:prstGeom prst="rect">
            <a:avLst/>
          </a:prstGeom>
          <a:solidFill>
            <a:srgbClr val="0E1E35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₹2.3L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14600" y="23317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avg overpayment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 family (no price data)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1965960" cy="2011680"/>
          </a:xfrm>
          <a:prstGeom prst="rect">
            <a:avLst/>
          </a:prstGeom>
          <a:solidFill>
            <a:srgbClr val="0E1E35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5087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3440" y="23317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tools that connect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symptom → cost → loan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2280" y="1417320"/>
            <a:ext cx="1965960" cy="2011680"/>
          </a:xfrm>
          <a:prstGeom prst="rect">
            <a:avLst/>
          </a:prstGeom>
          <a:solidFill>
            <a:srgbClr val="0E1E35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5087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12280" y="23317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NPA reduction potential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with cost-anchored loans*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</a:rPr>
              <a:t>MediRoute evolves into: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pre-underwriting cost layer for all healthcare NBFC loans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hospital comparison platform (Kayak for healthcare in India)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cost-transparency API for health insurers and TPAs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* Based on published NBFC portfolio data on healthcare loan NPA drivers — cost mismatch is #2 cause.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Can Build &amp; Demo This — Here's The Proof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Hour 1–4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 &amp; 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Synthetic hospital DB (200 hospitals, 10 cities)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ICD-10 procedure mapping table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Cost rule engine with multipliers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19659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25880"/>
            <a:ext cx="19659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325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Hour 5–10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1874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AI &amp; 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Claude API intent mapping + LLM prompts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0" y="2788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FastAPI endpoints (symptom, hospitals, costs)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Comorbidity adjustment logic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325880"/>
            <a:ext cx="19659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325880"/>
            <a:ext cx="19659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325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Hour 11–18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1874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Frontend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React UI with symptom input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788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Hospital scorecard cards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Cost breakdown + confidence display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66560" y="1325880"/>
            <a:ext cx="19659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325880"/>
            <a:ext cx="19659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325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Hour 19–24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1874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Polish &amp; Demo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Loan bridge CTA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2788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Live comorbidity toggle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0" y="3291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Demo scenario: Ravi's father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846320"/>
            <a:ext cx="8503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646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proprietary data needed. No hardware. No regulatory approval. Just APIs, a clean dataset, and strong engineering.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 1 is a Demo. The Roadmap is a Platform.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697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(Hackathon)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Symptom → cost → loan for 10 cities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200-hospital synthetic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Comorbidity toggle (diabetes, BP)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Claude API NLP backbone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71600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71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V2 (3 Months)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965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Real hospital API partnerships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560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Hindi/regional language NLP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Insurance policy gap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749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Mobile-first app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37160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371600"/>
            <a:ext cx="2697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3716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V3 (12 Months)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965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Pan-India hospital network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560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Real-time appointment booking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Post-treatment cost reconciliation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749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NBFC API product (B2B)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49560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891B2"/>
                </a:solidFill>
              </a:rPr>
              <a:t>Long-term vision: The infrastructure layer that powers every healthcare financial decision in India.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MediRoute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CFBF1"/>
                </a:solidFill>
              </a:rPr>
              <a:t>"The GPS for Your Health Journey 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CCFBF1"/>
                </a:solidFill>
              </a:rPr>
              <a:t>And the Loan to Pay for the Trip."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651760"/>
            <a:ext cx="64008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✓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One platform. Five steps. Zero information asymmetry.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✓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Comorbidity-adjusted costs — a world first for Indian healthcare.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✓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Connects patients, hospitals, and lenders in a single intelligence loop.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 has the problem. We have the solution.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MediRoute - TenzorX Hackathon</dc:title>
  <dc:subject>PptxGenJS Presentation</dc:subject>
  <dc:creator>PptxGenJS</dc:creator>
  <cp:lastModifiedBy>PptxGenJS</cp:lastModifiedBy>
  <cp:revision>1</cp:revision>
  <dcterms:created xsi:type="dcterms:W3CDTF">2026-04-21T16:59:15Z</dcterms:created>
  <dcterms:modified xsi:type="dcterms:W3CDTF">2026-04-21T16:59:15Z</dcterms:modified>
</cp:coreProperties>
</file>